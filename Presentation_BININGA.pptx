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555555"/>
                </a:solidFill>
                <a:latin typeface="Calibri"/>
              </a:rPr>
              <a:t>Ange Aimé Wilfrid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200" b="1" i="0">
                <a:solidFill>
                  <a:srgbClr val="C00000"/>
                </a:solidFill>
                <a:latin typeface="Calibri"/>
              </a:rPr>
              <a:t>BININGA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246120"/>
            <a:ext cx="758952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Garde des Sceaux · Ministre de la Justice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des Droits Humains et de la Promotion des Peuples Autochtones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Député de la 1re Circonscription d'Ewo · PCT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PRÉSENTATION DU SITE WEB OFFICIEL  ·  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Pourquoi un Site Officiel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39903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La communication numérique est aujourd'hui indispensable pour tout homme d'État.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916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Un site officiel crédibilise, informe et rapproche l'élu de ses citoyens.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9631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Un outil de communication institutionnel moderne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889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Disponible 24h/24, accessible depuis n'importe quel appareil dans le monde entier.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502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1188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Gestion des relations citoyennes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8862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Les citoyens peuvent soumettre des demandes d'audience et des réclamations directement en ligne.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09160"/>
            <a:ext cx="502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7091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9087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Visibilité nationale et internationale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98348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Référencement Google optimisé. Présence en ligne digne d'un Garde des Sceaux.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Le Projet en Chiffres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590038" cy="1463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590038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2 725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590038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lignes de code écrites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95878" y="1463040"/>
            <a:ext cx="2590038" cy="1463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5878" y="1600200"/>
            <a:ext cx="2590038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146 Ko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5878" y="2331720"/>
            <a:ext cx="2590038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de code livré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60236" y="1463040"/>
            <a:ext cx="2590038" cy="1463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0236" y="1600200"/>
            <a:ext cx="2590038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0236" y="2331720"/>
            <a:ext cx="2590038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sections sur le site public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4594" y="1463040"/>
            <a:ext cx="2590038" cy="1463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4594" y="1600200"/>
            <a:ext cx="2590038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594" y="2331720"/>
            <a:ext cx="2590038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modules dans le panneau admin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246120"/>
            <a:ext cx="59436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319272"/>
            <a:ext cx="5943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Composante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246120"/>
            <a:ext cx="22860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319272"/>
            <a:ext cx="2286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Lignes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3246120"/>
            <a:ext cx="22860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319272"/>
            <a:ext cx="2286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Poids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721608"/>
            <a:ext cx="594360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794760"/>
            <a:ext cx="5943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Site public  (index.html)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3721608"/>
            <a:ext cx="228600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794760"/>
            <a:ext cx="2286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1 257 lignes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3721608"/>
            <a:ext cx="228600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3794760"/>
            <a:ext cx="2286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78 Ko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197096"/>
            <a:ext cx="5943600" cy="4754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270248"/>
            <a:ext cx="5943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Panneau admin  (admin.html)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4197096"/>
            <a:ext cx="2286000" cy="4754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270248"/>
            <a:ext cx="2286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1 096 lignes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4197096"/>
            <a:ext cx="2286000" cy="4754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4270248"/>
            <a:ext cx="2286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53 Ko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672584"/>
            <a:ext cx="594360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745736"/>
            <a:ext cx="5943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Serveur Python  (server.py)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4672584"/>
            <a:ext cx="228600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4745736"/>
            <a:ext cx="2286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230 lignes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4672584"/>
            <a:ext cx="2286000" cy="4754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4745736"/>
            <a:ext cx="2286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10 Ko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5148072"/>
            <a:ext cx="5943600" cy="4754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221224"/>
            <a:ext cx="5943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Base de données  (data.json)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60" y="5148072"/>
            <a:ext cx="2286000" cy="4754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5221224"/>
            <a:ext cx="2286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142 lignes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5148072"/>
            <a:ext cx="2286000" cy="4754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5221224"/>
            <a:ext cx="22860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5 Ko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Le Site Public — 8 Sections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4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Accueil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Animation cinématique, slogan, appel à l'action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4864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173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Programme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916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Priorités pour Ewo et le Congo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54864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517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À propos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2608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Biographie + 3 compteurs animés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651760"/>
            <a:ext cx="54864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6517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Galerie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Slider photos + grille, 100% éditable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54864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605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Valeurs et engagements politiques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886200"/>
            <a:ext cx="54864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8620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Actualités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1605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Article vedette + liste d'actualités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20640"/>
            <a:ext cx="54864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206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Parcours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3949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Ligne du temps interactive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120640"/>
            <a:ext cx="54864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1206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Contact &amp; Audiences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3949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Formulaires avec envoi email réel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Design &amp; Expérience Utilisateur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53312"/>
            <a:ext cx="3657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8016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Curseur rouge animé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7276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Expérience premium — différencie immédiatement du commun des sites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87752"/>
            <a:ext cx="3657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1460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Loader animé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0720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Impression de fluidité et de professionnalisme à l'ouverture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2"/>
            <a:ext cx="3657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4904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4904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Animations au scroll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04164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Chaque section entre en scène — effet cinématique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56632"/>
            <a:ext cx="3657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8348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98348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Responsive 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27608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Parfait sur téléphone, tablette, ordinateur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53312"/>
            <a:ext cx="3657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28016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28016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Police Raleway + Lato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157276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Typographie premium, identité visuelle forte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587752"/>
            <a:ext cx="3657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5146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51460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Palette rouge &amp; blanc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80720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Couleurs institutionnelles, impact politique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822192"/>
            <a:ext cx="3657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74904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74904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Menu mobile burger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04164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Navigation intuitive sur smartphone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056632"/>
            <a:ext cx="36576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98348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98348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Smooth scroll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527608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Navigation fluide entre les sections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Panneau Admin — CMS Sur Mesure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Gérez l'intégralité du site sans aucune compétence 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3832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73152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3794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Tableau de bord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67128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Statistiques en temps réel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783080"/>
            <a:ext cx="33832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783080"/>
            <a:ext cx="73152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83794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Éditeur Hero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167128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Nom, rôle, slogan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783080"/>
            <a:ext cx="33832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783080"/>
            <a:ext cx="73152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83794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Éditeur À propos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167128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Biographie, intro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43200"/>
            <a:ext cx="33832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743200"/>
            <a:ext cx="73152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79806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Éditeur Stats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127248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Les 3 compteurs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2743200"/>
            <a:ext cx="33832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0" y="2743200"/>
            <a:ext cx="73152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279806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Éditeur SEO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127248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Google, référencement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743200"/>
            <a:ext cx="33832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0" y="2743200"/>
            <a:ext cx="73152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279806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Galerie Slider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3127248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Photos, ordre, légendes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703320"/>
            <a:ext cx="33832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703320"/>
            <a:ext cx="73152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75818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Galerie Grille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087368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Ajout / suppression photos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703320"/>
            <a:ext cx="33832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703320"/>
            <a:ext cx="73152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75818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Actualités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087368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Articles, dates, textes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3703320"/>
            <a:ext cx="33832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3703320"/>
            <a:ext cx="73152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0" y="375818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Demandes d'audience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0" y="4087368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Filtres, statuts, suivi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663440"/>
            <a:ext cx="33832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663440"/>
            <a:ext cx="73152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71830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Réclamations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047488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Gestion citoyenne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4663440"/>
            <a:ext cx="33832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0" y="4663440"/>
            <a:ext cx="73152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80" y="4718304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Messages Contact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0" y="5047488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Suivi des messages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Sécurité Institutionnelle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7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Authentification serveur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20"/>
            <a:ext cx="5029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Le mot de passe est vérifié côté serveur — impossible à contourner depuis le navigateur.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91440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Token de session dynamique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5029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Chaque connexion génère un code unique. Accès admin protégé.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2628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91440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61772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Connexion HTTPS chiffrée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83480"/>
            <a:ext cx="5029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Toutes les données transitent de façon chiffrée (SSL/TLS natif).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4173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417320"/>
            <a:ext cx="91440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50876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Sauvegarde automatique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874520"/>
            <a:ext cx="5029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À chaque modification, une copie de sauvegarde est créée automatiquement.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971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971800"/>
            <a:ext cx="91440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06324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Protection anti-XSS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429000"/>
            <a:ext cx="5029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Toutes les saisies citoyennes sont neutralisées avant affichage.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52628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526280"/>
            <a:ext cx="91440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61772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Contrôle des uploads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983480"/>
            <a:ext cx="5029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Seules les images autorisées. Taille maximale contrôlée côté serveur.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Valeur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Dans une agence professionnelle, ce projet aurait nécessité :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207203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2072030" cy="91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188915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C00000"/>
                </a:solidFill>
                <a:latin typeface="Calibri"/>
              </a:rPr>
              <a:t>Designer UI/UX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188915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Maquettes &amp; identité visuelle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86430" y="1783080"/>
            <a:ext cx="207203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86430" y="1783080"/>
            <a:ext cx="2072030" cy="91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7870" y="1965960"/>
            <a:ext cx="188915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C00000"/>
                </a:solidFill>
                <a:latin typeface="Calibri"/>
              </a:rPr>
              <a:t>Intégrateur Front-End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7870" y="2606040"/>
            <a:ext cx="188915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HTML, CSS, animations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87060" y="1783080"/>
            <a:ext cx="207203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87060" y="1783080"/>
            <a:ext cx="2072030" cy="91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8500" y="1965960"/>
            <a:ext cx="188915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C00000"/>
                </a:solidFill>
                <a:latin typeface="Calibri"/>
              </a:rPr>
              <a:t>Développeur JavaScript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8500" y="2606040"/>
            <a:ext cx="188915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Logique &amp; CMS admin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7691" y="1783080"/>
            <a:ext cx="207203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7691" y="1783080"/>
            <a:ext cx="2072030" cy="91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9131" y="1965960"/>
            <a:ext cx="188915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C00000"/>
                </a:solidFill>
                <a:latin typeface="Calibri"/>
              </a:rPr>
              <a:t>Développeur Back-End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9131" y="2606040"/>
            <a:ext cx="188915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Serveur, API, sécurité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88321" y="1783080"/>
            <a:ext cx="207203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88321" y="1783080"/>
            <a:ext cx="2072030" cy="91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79761" y="1965960"/>
            <a:ext cx="188915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C00000"/>
                </a:solidFill>
                <a:latin typeface="Calibri"/>
              </a:rPr>
              <a:t>Chef de Projet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79761" y="2606040"/>
            <a:ext cx="188915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Coordination &amp; livraison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42900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= 4 à 5 personnes · 3 à 6 semaines de travail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977639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Estimation comparative de marché 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434840"/>
            <a:ext cx="347472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434840"/>
            <a:ext cx="3474720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553712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Freelance Congo / Afrique Centrale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074920"/>
            <a:ext cx="3200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400 000 – 800 000 FCFA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434840"/>
            <a:ext cx="347472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4434840"/>
            <a:ext cx="3474720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4553712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Agence web africaine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5074920"/>
            <a:ext cx="3200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800 000 – 2 000 000 FCFA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4434840"/>
            <a:ext cx="347472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4434840"/>
            <a:ext cx="3474720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4553712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Agence web France / Europe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074920"/>
            <a:ext cx="3200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C00000"/>
                </a:solidFill>
                <a:latin typeface="Calibri"/>
              </a:rPr>
              <a:t>4 000 – 10 000 €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Prochaines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9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17320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Hébergement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46504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Mise en ligne sur un serveur officiel avec nom de domaine (ex: bininga.cg)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41448"/>
            <a:ext cx="64008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41448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441448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Photos officielles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70632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Intégration des photos réelles du ministre dans la galerie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65576"/>
            <a:ext cx="64008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65576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65576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94760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Formation de l'équipe à l'utilisation du panneau admin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89704"/>
            <a:ext cx="64008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489704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89704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18888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Contrat de maintenance mensuel pour mises à jour et sécurité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13832"/>
            <a:ext cx="64008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513832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513832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Évolutions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843016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Ajout de nouvelles fonctionnalités selon les besoins (vidéos, newsletter...)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1352" y="0"/>
            <a:ext cx="3657600" cy="6858000"/>
          </a:xfrm>
          <a:prstGeom prst="rect">
            <a:avLst/>
          </a:prstGeom>
          <a:solidFill>
            <a:srgbClr val="A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Ange Aimé Wilfrid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9144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BININGA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834640"/>
            <a:ext cx="85039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881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"Pour Ewo. Pour un Congo juste, libre et fort."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0881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FFCCCC"/>
                </a:solidFill>
                <a:latin typeface="Calibri"/>
              </a:rPr>
              <a:t>Un site officiel à la hauteur de l'homme d'État.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CCCC"/>
                </a:solidFill>
                <a:latin typeface="Calibri"/>
              </a:rPr>
              <a:t>Mars 2026  ·  République du Congo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